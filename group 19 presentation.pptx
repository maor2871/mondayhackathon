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FFCC66"/>
    <a:srgbClr val="1D1059"/>
    <a:srgbClr val="3418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7DF17-7942-FEE1-92B5-8673BE71E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31F421-9986-ACC6-1CA2-0B29C96BF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C065F-0A3D-5BF4-528C-CBEC6B05B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9008A-B573-4546-BD5F-3583CAFAC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BEE74-21D5-993F-33F2-A347D8F64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0887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C7D2-9ADA-D893-E41B-C694FF53C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C0C45-6B43-5886-BBA5-E1D6CE92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913FE-86CD-5C7D-C669-4D827A3F2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B16E6-149F-9BC6-892B-C4C6F715C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A05AE-F2C6-D04F-5223-3947BC3B6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350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3237-A4ED-BF94-794D-B0D2130A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37F96-58F6-0A46-F6BA-6A22B92EE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4F7F-1C2F-679C-2005-9DF2B1B67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8FCC0-23B2-0DC9-F025-CD3B8B26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3399-52D3-ED7D-0C1D-15EC44B9F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2113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0F79-E434-0E44-ED16-388D5EBE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A30EE-240F-23DF-B6A6-D19EF4D3FB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70B8D-CDF5-C6AB-E79F-FC20B1644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A8E66-55C3-4564-2B4A-7ED759F0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16521-B110-DC7B-71E2-B13885EEA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BE261-EFFC-0CB1-36CA-0F931247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74618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F6B3-E7D8-2997-587A-EA79DE11A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AB8CF-3325-304C-9BFA-A605031E9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D4482-C081-30FB-5106-F8D848C6F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B5740-D9D9-CAC7-5844-06C020C3F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768BBB-258E-64D2-9A7F-2AEEFD68B0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81965-B088-DDD9-E862-379851E5A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12DD3E-481C-0AFE-781A-0FB2687D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476577-E754-CE06-143A-57860F05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1969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C8118-DFC3-D0B4-C6DC-F2AE7D520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0D8777-F0AC-84E5-B496-8F6C1775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384A9-6019-D2C5-4CA4-4B8405E7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5FD58-5244-68A8-E109-F900AC76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2759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39DE08-E837-4187-4548-4744C1F89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BF6174-F428-0FB7-92A5-A1671394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5D6BE-4A81-1BCE-78F2-98013612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43585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B0C1-E996-FDF6-DB61-7B198C99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76FE-43BB-1E03-C891-5E8F528A0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A62BD1-1623-8DAB-8F2B-A99684D30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8B8C02-EA8D-F386-A70C-4AD9EB3E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69FAF-1A49-CC32-060C-73D4952C0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9825E8-FEFD-9005-DEC9-0D0D3B30C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8130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FA28-64E5-E07B-EC15-831BB9887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FDA02B-65C4-16DF-F973-FB5FB12528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30A81-C1DA-47B9-F52D-978D64473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EC5E84-3A9E-A313-3BCD-82EDD5B6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DF07B-A56A-B0C6-24E4-EE1E44490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4BF-7045-3FC5-C0E1-F827F6EDC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797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9054-43C4-07B5-4D52-4DDF9315A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F87113-FBEB-7D95-23F7-C57D7EC07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B6C95-B1B1-6A4B-496B-2E2B8BE9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E0E2B-3993-DECA-BADA-891012557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E6CE2-6DFA-DC49-3668-64B69EA3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1692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895570-66A6-156D-28AE-C9A43FFF2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DBE833-0D1A-10D5-CE97-F5BC4284DF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4AACC-4B27-F81C-4DAD-E65831EF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D121-48C8-8791-E72A-A18E7D4AE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F6A3D-7207-CA6E-4345-307B83F1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906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BB2C62-C504-BB2A-6143-9C3F318B8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BB08A-F3F1-E558-A94C-EC24E15DF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F164D-F0B0-FB70-C960-7CD275020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4322A-568F-4138-8957-2076CC494F9B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BAB6C-6707-C2DB-A3C2-BD6633A59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4DD98-C2B2-CDD9-89D2-A1FD1C00C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AF8528-CC48-413A-9D45-99A18683E6A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524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10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C64C5176-B359-4498-E857-7454FE99F2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37" r="22912" b="-1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CCD85E-F4E3-1810-DACD-341B16247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ED53BD-C310-7398-1BB4-8FDAB35B278C}"/>
              </a:ext>
            </a:extLst>
          </p:cNvPr>
          <p:cNvSpPr txBox="1"/>
          <p:nvPr/>
        </p:nvSpPr>
        <p:spPr>
          <a:xfrm>
            <a:off x="7282543" y="1447800"/>
            <a:ext cx="460465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4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קבוצה מספר 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44560-F536-1251-9259-1C890B2B3CB9}"/>
              </a:ext>
            </a:extLst>
          </p:cNvPr>
          <p:cNvSpPr txBox="1"/>
          <p:nvPr/>
        </p:nvSpPr>
        <p:spPr>
          <a:xfrm>
            <a:off x="6858000" y="2264229"/>
            <a:ext cx="4702160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chemeClr val="bg1"/>
                </a:solidFill>
              </a:rPr>
              <a:t>חברי הקבוצה: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he-IL" dirty="0">
                <a:solidFill>
                  <a:schemeClr val="bg1"/>
                </a:solidFill>
              </a:rPr>
              <a:t>עידן </a:t>
            </a:r>
            <a:r>
              <a:rPr lang="he-IL" dirty="0" err="1">
                <a:solidFill>
                  <a:schemeClr val="bg1"/>
                </a:solidFill>
              </a:rPr>
              <a:t>רוטברט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he-IL" dirty="0">
                <a:solidFill>
                  <a:schemeClr val="bg1"/>
                </a:solidFill>
              </a:rPr>
              <a:t>מאור </a:t>
            </a:r>
            <a:r>
              <a:rPr lang="he-IL" dirty="0" err="1">
                <a:solidFill>
                  <a:schemeClr val="bg1"/>
                </a:solidFill>
              </a:rPr>
              <a:t>רביח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he-IL" dirty="0">
                <a:solidFill>
                  <a:schemeClr val="bg1"/>
                </a:solidFill>
              </a:rPr>
              <a:t>אור ביאליק</a:t>
            </a:r>
          </a:p>
          <a:p>
            <a:pPr algn="ctr"/>
            <a:r>
              <a:rPr lang="he-IL" dirty="0">
                <a:solidFill>
                  <a:schemeClr val="bg1"/>
                </a:solidFill>
              </a:rPr>
              <a:t>ליאור דבורה</a:t>
            </a:r>
          </a:p>
          <a:p>
            <a:pPr algn="ctr"/>
            <a:endParaRPr lang="he-I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60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BF7A-3DE2-4859-EC9C-B4CE5B62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448" y="1232385"/>
            <a:ext cx="4204137" cy="1342754"/>
          </a:xfrm>
        </p:spPr>
        <p:txBody>
          <a:bodyPr>
            <a:normAutofit/>
          </a:bodyPr>
          <a:lstStyle/>
          <a:p>
            <a:pPr algn="ctr"/>
            <a:r>
              <a:rPr lang="he-IL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הבעיה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9EA5-4482-98F2-902F-8E8C3BCD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2977" y="1678819"/>
            <a:ext cx="7874689" cy="4682015"/>
          </a:xfrm>
        </p:spPr>
        <p:txBody>
          <a:bodyPr anchor="ctr">
            <a:normAutofit/>
          </a:bodyPr>
          <a:lstStyle/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ריבוי מיילים לא חשובים</a:t>
            </a:r>
          </a:p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חוסר נגישות למידע חיוני</a:t>
            </a:r>
          </a:p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ממשק לא מזמין</a:t>
            </a:r>
            <a:b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br>
              <a:rPr 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he-IL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227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9BF7A-3DE2-4859-EC9C-B4CE5B62D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149" y="1146719"/>
            <a:ext cx="10515600" cy="1325563"/>
          </a:xfrm>
        </p:spPr>
        <p:txBody>
          <a:bodyPr/>
          <a:lstStyle/>
          <a:p>
            <a:pPr algn="ctr"/>
            <a:r>
              <a:rPr lang="he-IL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הפתרון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9EA5-4482-98F2-902F-8E8C3BCD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2586" y="2643954"/>
            <a:ext cx="7576457" cy="1325563"/>
          </a:xfrm>
        </p:spPr>
        <p:txBody>
          <a:bodyPr>
            <a:noAutofit/>
          </a:bodyPr>
          <a:lstStyle/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סידור מיילים לפי קורסים ועוד</a:t>
            </a:r>
          </a:p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סידור מיילים לפי חשיבות (</a:t>
            </a:r>
            <a:r>
              <a:rPr 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AI</a:t>
            </a:r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שמאומן במיוחד לסטודנטים)</a:t>
            </a:r>
          </a:p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הנגשת לינקים לזום</a:t>
            </a:r>
          </a:p>
          <a:p>
            <a:pPr algn="ctr" rtl="1"/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יצירת ממשק אינטואיטיבי ונוח</a:t>
            </a:r>
          </a:p>
          <a:p>
            <a:pPr marL="0" indent="0" algn="ctr" rtl="1">
              <a:buNone/>
            </a:pPr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 algn="ctr" rtl="1">
              <a:buNone/>
            </a:pPr>
            <a:endParaRPr lang="he-IL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9A935E-2473-70C6-A569-CE375C65D914}"/>
              </a:ext>
            </a:extLst>
          </p:cNvPr>
          <p:cNvSpPr txBox="1"/>
          <p:nvPr/>
        </p:nvSpPr>
        <p:spPr>
          <a:xfrm>
            <a:off x="9481458" y="4335533"/>
            <a:ext cx="1415142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שינוי מקום מבחן / עדכון ציון בקורס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7F49B1-B94C-9CE0-D887-6210DF8A144C}"/>
              </a:ext>
            </a:extLst>
          </p:cNvPr>
          <p:cNvSpPr txBox="1"/>
          <p:nvPr/>
        </p:nvSpPr>
        <p:spPr>
          <a:xfrm>
            <a:off x="4648201" y="4335533"/>
            <a:ext cx="1230084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b="1" dirty="0">
                <a:solidFill>
                  <a:schemeClr val="bg1"/>
                </a:solidFill>
                <a:latin typeface="Calibri Light" panose="020F0302020204030204" pitchFamily="34" charset="0"/>
                <a:ea typeface="Cascadia Code" panose="020B0609020000020004" pitchFamily="49" charset="0"/>
                <a:cs typeface="Calibri Light" panose="020F0302020204030204" pitchFamily="34" charset="0"/>
              </a:rPr>
              <a:t>תשובות של מתרגלים של  שאלות</a:t>
            </a:r>
          </a:p>
        </p:txBody>
      </p:sp>
    </p:spTree>
    <p:extLst>
      <p:ext uri="{BB962C8B-B14F-4D97-AF65-F5344CB8AC3E}">
        <p14:creationId xmlns:p14="http://schemas.microsoft.com/office/powerpoint/2010/main" val="420490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9EA5-4482-98F2-902F-8E8C3BCD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7" y="4576816"/>
            <a:ext cx="10602686" cy="113528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b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he-IL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DCC2069-17A7-2488-9D7F-C892C0455AED}"/>
              </a:ext>
            </a:extLst>
          </p:cNvPr>
          <p:cNvSpPr txBox="1">
            <a:spLocks/>
          </p:cNvSpPr>
          <p:nvPr/>
        </p:nvSpPr>
        <p:spPr>
          <a:xfrm>
            <a:off x="1967482" y="2333072"/>
            <a:ext cx="7576457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endParaRPr lang="he-IL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8D4859-6B0A-3432-649C-6C4D16B5A42C}"/>
              </a:ext>
            </a:extLst>
          </p:cNvPr>
          <p:cNvSpPr txBox="1"/>
          <p:nvPr/>
        </p:nvSpPr>
        <p:spPr>
          <a:xfrm>
            <a:off x="3319244" y="1463886"/>
            <a:ext cx="622469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איך אנחנו משתמשים במאנדי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AF201-C8C2-73BA-C469-EC3364FE9705}"/>
              </a:ext>
            </a:extLst>
          </p:cNvPr>
          <p:cNvSpPr txBox="1"/>
          <p:nvPr/>
        </p:nvSpPr>
        <p:spPr>
          <a:xfrm>
            <a:off x="2915749" y="2533693"/>
            <a:ext cx="6096000" cy="2547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ctr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אחרי עיבוד המיילים, התכנה יוצרת לבד בורדים במאנדי ומעדכנת אותם באופן מקבילי בפרטים הרלוונטים.</a:t>
            </a:r>
          </a:p>
          <a:p>
            <a:pPr marL="228600" indent="-228600" algn="ctr" rtl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כל שורה בבורד תכיל את נושא המייל, תאריך שליחה, שולח (רלוונטי במיוחד למיילים מהמודל שמגיעים כ</a:t>
            </a:r>
            <a:r>
              <a:rPr lang="en-US" sz="24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noreply</a:t>
            </a:r>
            <a:r>
              <a:rPr lang="en-US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he-IL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), לינק לזום מההודעה (אם קיים) וקבצים מצורפים.</a:t>
            </a:r>
          </a:p>
        </p:txBody>
      </p:sp>
    </p:spTree>
    <p:extLst>
      <p:ext uri="{BB962C8B-B14F-4D97-AF65-F5344CB8AC3E}">
        <p14:creationId xmlns:p14="http://schemas.microsoft.com/office/powerpoint/2010/main" val="1951788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A9EA5-4482-98F2-902F-8E8C3BCD3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657" y="4576816"/>
            <a:ext cx="10602686" cy="1135289"/>
          </a:xfrm>
        </p:spPr>
        <p:txBody>
          <a:bodyPr>
            <a:normAutofit/>
          </a:bodyPr>
          <a:lstStyle/>
          <a:p>
            <a:pPr marL="0" indent="0" algn="r" rtl="1">
              <a:buNone/>
            </a:pPr>
            <a:br>
              <a:rPr lang="en-US" dirty="0">
                <a:latin typeface="Calibri Light" panose="020F0302020204030204" pitchFamily="34" charset="0"/>
                <a:cs typeface="Calibri Light" panose="020F0302020204030204" pitchFamily="34" charset="0"/>
              </a:rPr>
            </a:br>
            <a:endParaRPr lang="he-IL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DCC2069-17A7-2488-9D7F-C892C0455AED}"/>
              </a:ext>
            </a:extLst>
          </p:cNvPr>
          <p:cNvSpPr txBox="1">
            <a:spLocks/>
          </p:cNvSpPr>
          <p:nvPr/>
        </p:nvSpPr>
        <p:spPr>
          <a:xfrm>
            <a:off x="1967482" y="2333072"/>
            <a:ext cx="7576457" cy="1325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1"/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endParaRPr lang="he-IL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 rtl="1"/>
            <a:endParaRPr lang="he-IL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2" name="test">
            <a:hlinkClick r:id="" action="ppaction://media"/>
            <a:extLst>
              <a:ext uri="{FF2B5EF4-FFF2-40B4-BE49-F238E27FC236}">
                <a16:creationId xmlns:a16="http://schemas.microsoft.com/office/drawing/2014/main" id="{8C5B5A34-027F-EC50-299C-B81DBF44297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346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4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</TotalTime>
  <Words>120</Words>
  <Application>Microsoft Office PowerPoint</Application>
  <PresentationFormat>Widescreen</PresentationFormat>
  <Paragraphs>23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הבעיה</vt:lpstr>
      <vt:lpstr>הפתרון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liordvora21199@gmail.com</dc:creator>
  <cp:lastModifiedBy>idan rotbart</cp:lastModifiedBy>
  <cp:revision>5</cp:revision>
  <dcterms:created xsi:type="dcterms:W3CDTF">2022-05-12T07:44:13Z</dcterms:created>
  <dcterms:modified xsi:type="dcterms:W3CDTF">2022-05-13T04:03:43Z</dcterms:modified>
</cp:coreProperties>
</file>