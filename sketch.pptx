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7504-116D-4B32-B6A1-550E113B6380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E7EE-AFB2-4192-B8BE-24D6F69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6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7504-116D-4B32-B6A1-550E113B6380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E7EE-AFB2-4192-B8BE-24D6F69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30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7504-116D-4B32-B6A1-550E113B6380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E7EE-AFB2-4192-B8BE-24D6F69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2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7504-116D-4B32-B6A1-550E113B6380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E7EE-AFB2-4192-B8BE-24D6F69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7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7504-116D-4B32-B6A1-550E113B6380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E7EE-AFB2-4192-B8BE-24D6F69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7504-116D-4B32-B6A1-550E113B6380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E7EE-AFB2-4192-B8BE-24D6F69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2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7504-116D-4B32-B6A1-550E113B6380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E7EE-AFB2-4192-B8BE-24D6F69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39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7504-116D-4B32-B6A1-550E113B6380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E7EE-AFB2-4192-B8BE-24D6F69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86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7504-116D-4B32-B6A1-550E113B6380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E7EE-AFB2-4192-B8BE-24D6F69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14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7504-116D-4B32-B6A1-550E113B6380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E7EE-AFB2-4192-B8BE-24D6F69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9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7504-116D-4B32-B6A1-550E113B6380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E7EE-AFB2-4192-B8BE-24D6F69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12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77504-116D-4B32-B6A1-550E113B6380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AE7EE-AFB2-4192-B8BE-24D6F69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2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75"/>
            <a:ext cx="1219200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80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950"/>
            <a:ext cx="12192000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61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950"/>
            <a:ext cx="12192000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517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600"/>
            <a:ext cx="12192000" cy="614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470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מאור רביח</dc:creator>
  <cp:lastModifiedBy>מאור רביח</cp:lastModifiedBy>
  <cp:revision>1</cp:revision>
  <dcterms:created xsi:type="dcterms:W3CDTF">2022-05-04T22:17:51Z</dcterms:created>
  <dcterms:modified xsi:type="dcterms:W3CDTF">2022-05-04T22:23:05Z</dcterms:modified>
</cp:coreProperties>
</file>